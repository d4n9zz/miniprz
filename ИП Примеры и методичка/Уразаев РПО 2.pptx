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4" r:id="rId10"/>
    <p:sldId id="275" r:id="rId11"/>
    <p:sldId id="267" r:id="rId12"/>
    <p:sldId id="271" r:id="rId13"/>
    <p:sldId id="273" r:id="rId14"/>
    <p:sldId id="272" r:id="rId15"/>
    <p:sldId id="27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17" autoAdjust="0"/>
  </p:normalViewPr>
  <p:slideViewPr>
    <p:cSldViewPr snapToGrid="0">
      <p:cViewPr varScale="1">
        <p:scale>
          <a:sx n="81" d="100"/>
          <a:sy n="81" d="100"/>
        </p:scale>
        <p:origin x="96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19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309EE-0023-4CD1-B47F-AF6C308941C0}" type="datetimeFigureOut">
              <a:rPr lang="ru-RU" smtClean="0"/>
              <a:t>20.05.2024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49792-7375-4876-8C37-5C5F4FEA8C34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49792-7375-4876-8C37-5C5F4FEA8C34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49792-7375-4876-8C37-5C5F4FEA8C3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1186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E49792-7375-4876-8C37-5C5F4FEA8C34}" type="slidenum">
              <a:rPr lang="ru-RU" smtClean="0"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</a:t>
            </a:r>
            <a:r>
              <a:rPr lang="ru-RU" dirty="0"/>
              <a:t>со слайда</a:t>
            </a:r>
            <a:r>
              <a:rPr lang="en-US" dirty="0"/>
              <a:t>}</a:t>
            </a:r>
            <a:r>
              <a:rPr lang="ru-RU" dirty="0"/>
              <a:t>, 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React </a:t>
            </a:r>
            <a:r>
              <a:rPr lang="ru-RU" sz="1800" dirty="0">
                <a:effectLst/>
                <a:latin typeface="Times New Roman" panose="02020603050405020304" pitchFamily="18" charset="0"/>
              </a:rPr>
              <a:t>поддерживает компонентный подход, также на нём удобно вставлять переменные в 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JSX-</a:t>
            </a:r>
            <a:r>
              <a:rPr lang="ru-RU" sz="1800" dirty="0">
                <a:effectLst/>
                <a:latin typeface="Times New Roman" panose="02020603050405020304" pitchFamily="18" charset="0"/>
              </a:rPr>
              <a:t>разметку, что значительно ускоряет процесс разработки, потому я эту библиотеку и выбрал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49792-7375-4876-8C37-5C5F4FEA8C34}" type="slidenum">
              <a:rPr lang="ru-RU" smtClean="0"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</a:t>
            </a:r>
            <a:r>
              <a:rPr lang="ru-RU" dirty="0"/>
              <a:t>со слайда</a:t>
            </a:r>
            <a:r>
              <a:rPr lang="en-US" dirty="0"/>
              <a:t>}</a:t>
            </a:r>
            <a:r>
              <a:rPr lang="ru-RU" dirty="0"/>
              <a:t>, Это значит, что</a:t>
            </a:r>
            <a:r>
              <a:rPr lang="en-US" dirty="0"/>
              <a:t> </a:t>
            </a:r>
            <a:r>
              <a:rPr lang="ru-RU" dirty="0"/>
              <a:t>код на </a:t>
            </a:r>
            <a:r>
              <a:rPr lang="en-US" dirty="0" err="1"/>
              <a:t>ts</a:t>
            </a:r>
            <a:r>
              <a:rPr lang="en-US" dirty="0"/>
              <a:t> </a:t>
            </a:r>
            <a:r>
              <a:rPr lang="ru-RU" dirty="0"/>
              <a:t>с помощью компилятора </a:t>
            </a:r>
            <a:r>
              <a:rPr lang="en-US" dirty="0" err="1"/>
              <a:t>tsc</a:t>
            </a:r>
            <a:r>
              <a:rPr lang="en-US" dirty="0"/>
              <a:t> </a:t>
            </a:r>
            <a:r>
              <a:rPr lang="ru-RU" dirty="0"/>
              <a:t>как бы переводится в </a:t>
            </a:r>
            <a:r>
              <a:rPr lang="en-US" dirty="0" err="1"/>
              <a:t>js</a:t>
            </a:r>
            <a:r>
              <a:rPr lang="ru-RU" dirty="0"/>
              <a:t>, к тому же с помощью </a:t>
            </a:r>
            <a:r>
              <a:rPr lang="en-US" dirty="0" err="1"/>
              <a:t>ts</a:t>
            </a:r>
            <a:r>
              <a:rPr lang="en-US" dirty="0"/>
              <a:t> </a:t>
            </a:r>
            <a:r>
              <a:rPr lang="ru-RU" dirty="0"/>
              <a:t>легче находить баги и ошибки на этапе разработки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например, если в каком-то из полей в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Journal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по ошибке стоит значение неправильного типа, редактор кода покажет на ошибку.</a:t>
            </a:r>
            <a:b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49792-7375-4876-8C37-5C5F4FEA8C34}" type="slidenum">
              <a:rPr lang="ru-RU" smtClean="0"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Идея разработать приложение для подсчёта успеваемости появилась во время зимней сессии, когда студенты часто спрашивали преподавателей про свою успеваемость. Оно изначально выглядело как-то так, то есть это была обычная веб-страничка без стилей, и отображало только основные данные.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49792-7375-4876-8C37-5C5F4FEA8C34}" type="slidenum">
              <a:rPr lang="ru-RU" smtClean="0"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 приложение выглядело после некоторых доработок и стилизации, появилось разделение на средний балл за работу на паре, контрольные и так далее, ну и ещё добавлены расчёты для посещаемости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49792-7375-4876-8C37-5C5F4FEA8C3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375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Ну и вот так программа выглядит сейчас, если вкратце, то добавлена фильтрация по отдельному предмету и перевод в пятибалльную систему, ну и ещё я там стили немножко поменял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49792-7375-4876-8C37-5C5F4FEA8C3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966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Переходим к практике, вот как работает подсчёт среднего балла: приложение проходится циклом по массиву с данными из </a:t>
            </a:r>
            <a:r>
              <a:rPr lang="en-US" dirty="0"/>
              <a:t>Journal, </a:t>
            </a:r>
            <a:r>
              <a:rPr lang="ru-RU" dirty="0"/>
              <a:t>в заранее созданные массивы помещает оценки за пару, после этого заполняет заранее созданные переменные с суммой оценок, добавляя к ним оценки из </a:t>
            </a:r>
            <a:r>
              <a:rPr lang="en-US" dirty="0"/>
              <a:t>Journal.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49792-7375-4876-8C37-5C5F4FEA8C34}" type="slidenum">
              <a:rPr lang="ru-RU" smtClean="0"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/>
              <a:t>Как работает подсчёт посещаемости. Ну тут всё просто. Создаются три массива, для посещённых пар, опозданий и пропусков. Опять же проходимся циклом по массиву. Переменная, которая хранит посещаемость в </a:t>
            </a:r>
            <a:r>
              <a:rPr lang="en-US" sz="1200" dirty="0"/>
              <a:t>Journal </a:t>
            </a:r>
            <a:r>
              <a:rPr lang="ru-RU" sz="1200" dirty="0"/>
              <a:t>принимает три значения: 0 для пропущенных пар, 1 для посещённых и 2 для опозданий. Если 0, то отправляем пару в пропуски, если 1, то в посещённые, если 2, то в посещённые и в опоздания. Ну и далее функция для подсчёта процента, которая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делит длину массива с данными из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Journal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100, и делит на полученное значение длину массива из аргумента.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49792-7375-4876-8C37-5C5F4FEA8C34}" type="slidenum">
              <a:rPr lang="ru-RU" smtClean="0"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https://github.com/mikrocosmos/middlegrade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49792-7375-4876-8C37-5C5F4FEA8C3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344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1516084-AA41-4CC0-8F78-0EADA51253AB}" type="datetimeFigureOut">
              <a:rPr lang="ru-RU" smtClean="0"/>
              <a:t>20.05.2024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3C5B560-D7BD-49B1-83C5-788E3B027ED5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16084-AA41-4CC0-8F78-0EADA51253AB}" type="datetimeFigureOut">
              <a:rPr lang="ru-RU" smtClean="0"/>
              <a:t>20.05.2024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B560-D7BD-49B1-83C5-788E3B027ED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516084-AA41-4CC0-8F78-0EADA51253AB}" type="datetimeFigureOut">
              <a:rPr lang="ru-RU" smtClean="0"/>
              <a:t>20.05.2024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C5B560-D7BD-49B1-83C5-788E3B027ED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16084-AA41-4CC0-8F78-0EADA51253AB}" type="datetimeFigureOut">
              <a:rPr lang="ru-RU" smtClean="0"/>
              <a:t>20.05.2024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B560-D7BD-49B1-83C5-788E3B027ED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16084-AA41-4CC0-8F78-0EADA51253AB}" type="datetimeFigureOut">
              <a:rPr lang="ru-RU" smtClean="0"/>
              <a:t>20.05.2024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B560-D7BD-49B1-83C5-788E3B027ED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16084-AA41-4CC0-8F78-0EADA51253AB}" type="datetimeFigureOut">
              <a:rPr lang="ru-RU" smtClean="0"/>
              <a:t>20.05.2024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B560-D7BD-49B1-83C5-788E3B027ED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16084-AA41-4CC0-8F78-0EADA51253AB}" type="datetimeFigureOut">
              <a:rPr lang="ru-RU" smtClean="0"/>
              <a:t>20.05.2024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B560-D7BD-49B1-83C5-788E3B027ED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516084-AA41-4CC0-8F78-0EADA51253AB}" type="datetimeFigureOut">
              <a:rPr lang="ru-RU" smtClean="0"/>
              <a:t>20.05.2024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C5B560-D7BD-49B1-83C5-788E3B027ED5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516084-AA41-4CC0-8F78-0EADA51253AB}" type="datetimeFigureOut">
              <a:rPr lang="ru-RU" smtClean="0"/>
              <a:t>20.05.2024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C5B560-D7BD-49B1-83C5-788E3B027ED5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16084-AA41-4CC0-8F78-0EADA51253AB}" type="datetimeFigureOut">
              <a:rPr lang="ru-RU" smtClean="0"/>
              <a:t>20.05.2024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B560-D7BD-49B1-83C5-788E3B027ED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16084-AA41-4CC0-8F78-0EADA51253AB}" type="datetimeFigureOut">
              <a:rPr lang="ru-RU" smtClean="0"/>
              <a:t>20.05.2024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B560-D7BD-49B1-83C5-788E3B027ED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1516084-AA41-4CC0-8F78-0EADA51253AB}" type="datetimeFigureOut">
              <a:rPr lang="ru-RU" smtClean="0"/>
              <a:t>20.05.2024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3C5B560-D7BD-49B1-83C5-788E3B027ED5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60145" y="2869565"/>
            <a:ext cx="9852660" cy="2864485"/>
          </a:xfrm>
        </p:spPr>
        <p:txBody>
          <a:bodyPr anchor="t" anchorCtr="0"/>
          <a:lstStyle/>
          <a:p>
            <a:pPr algn="ctr"/>
            <a:r>
              <a:rPr lang="ru-RU" sz="4400" cap="none" dirty="0"/>
              <a:t>Разработка приложения для подсчёта успеваемости на React</a:t>
            </a:r>
            <a:br>
              <a:rPr lang="ru-RU" sz="4400" cap="none" dirty="0"/>
            </a:br>
            <a:br>
              <a:rPr lang="ru-RU" sz="4400" cap="none" dirty="0"/>
            </a:br>
            <a:r>
              <a:rPr lang="ru-RU" sz="2300" b="1" dirty="0">
                <a:latin typeface="+mn-lt"/>
                <a:sym typeface="+mn-ea"/>
              </a:rPr>
              <a:t>Выполнил: Уразаев Тимур Альбертович</a:t>
            </a:r>
            <a:br>
              <a:rPr lang="ru-RU" sz="2300" b="1" dirty="0">
                <a:latin typeface="+mn-lt"/>
              </a:rPr>
            </a:br>
            <a:r>
              <a:rPr lang="ru-RU" sz="2300" b="1" dirty="0">
                <a:latin typeface="+mn-lt"/>
                <a:sym typeface="+mn-ea"/>
              </a:rPr>
              <a:t>Руководитель: Достовалова Варвара Дмитриевна</a:t>
            </a:r>
            <a:endParaRPr lang="ru-RU" sz="2300" b="1" cap="none" dirty="0">
              <a:latin typeface="+mn-lt"/>
              <a:sym typeface="+mn-ea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60145" y="1136650"/>
            <a:ext cx="9836150" cy="1732915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АВТОНОМНАЯ НЕКОММЕРЧЕСКАЯ ОРГАНИЗАЦИЯ ПРОФЕССИОНАЛЬНАЯ ОБРАЗОВАТЕЛЬНАЯ ОРГАНИЗАЦИЯ МОСКОВСКИЙ МЕЖДУНАРОДНЫЙ КОЛЛЕДЖ ЦИФРОВЫХ ТЕХНОЛОГИЙ</a:t>
            </a:r>
            <a:endParaRPr lang="ru-RU" dirty="0"/>
          </a:p>
          <a:p>
            <a:pPr algn="ctr"/>
            <a:r>
              <a:rPr lang="ru-RU" b="1" dirty="0"/>
              <a:t>«АКАДЕМИЯ ТОП»</a:t>
            </a:r>
            <a:endParaRPr lang="ru-RU" dirty="0"/>
          </a:p>
          <a:p>
            <a:pPr algn="ctr"/>
            <a:endParaRPr lang="ru-RU" dirty="0"/>
          </a:p>
        </p:txBody>
      </p:sp>
      <p:sp>
        <p:nvSpPr>
          <p:cNvPr id="4" name="Подзаголовок 2"/>
          <p:cNvSpPr txBox="1"/>
          <p:nvPr/>
        </p:nvSpPr>
        <p:spPr>
          <a:xfrm>
            <a:off x="1195705" y="5721350"/>
            <a:ext cx="9836150" cy="3715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Тюмень, 2024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85800"/>
          </a:xfrm>
        </p:spPr>
        <p:txBody>
          <a:bodyPr>
            <a:normAutofit fontScale="90000"/>
          </a:bodyPr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371600"/>
            <a:ext cx="9601200" cy="4495800"/>
          </a:xfrm>
        </p:spPr>
        <p:txBody>
          <a:bodyPr>
            <a:noAutofit/>
          </a:bodyPr>
          <a:lstStyle/>
          <a:p>
            <a:pPr algn="just"/>
            <a:r>
              <a:rPr lang="ru-RU" sz="3200" b="1" dirty="0"/>
              <a:t>Актуальность</a:t>
            </a:r>
            <a:r>
              <a:rPr lang="ru-RU" sz="3200" dirty="0"/>
              <a:t> проекта в том, что студентам перед экзаменами важно знать свою успеваемость.</a:t>
            </a:r>
          </a:p>
          <a:p>
            <a:pPr algn="just"/>
            <a:r>
              <a:rPr lang="ru-RU" sz="3200" b="1" dirty="0"/>
              <a:t>Проблема</a:t>
            </a:r>
            <a:r>
              <a:rPr lang="ru-RU" sz="3200" dirty="0"/>
              <a:t> в том, что информация об успеваемости по конкретному предмету недоступна для студентов.</a:t>
            </a:r>
          </a:p>
          <a:p>
            <a:pPr algn="just"/>
            <a:r>
              <a:rPr lang="ru-RU" sz="3200" b="1" dirty="0"/>
              <a:t>Объект</a:t>
            </a:r>
            <a:r>
              <a:rPr lang="ru-RU" sz="3200" dirty="0"/>
              <a:t> </a:t>
            </a:r>
            <a:r>
              <a:rPr lang="ru-RU" sz="3200" b="1" dirty="0"/>
              <a:t>исследования</a:t>
            </a:r>
            <a:r>
              <a:rPr lang="ru-RU" sz="3200" dirty="0"/>
              <a:t> – сайты.</a:t>
            </a:r>
          </a:p>
          <a:p>
            <a:pPr algn="just"/>
            <a:r>
              <a:rPr lang="ru-RU" sz="3200" b="1" dirty="0"/>
              <a:t>Предмет исследования </a:t>
            </a:r>
            <a:r>
              <a:rPr lang="ru-RU" sz="3200" dirty="0"/>
              <a:t>– </a:t>
            </a:r>
            <a:r>
              <a:rPr lang="en-US" sz="3200" dirty="0"/>
              <a:t>Frontend</a:t>
            </a:r>
            <a:r>
              <a:rPr lang="ru-RU" sz="3200" dirty="0"/>
              <a:t>-разработка.</a:t>
            </a:r>
          </a:p>
          <a:p>
            <a:pPr algn="just"/>
            <a:r>
              <a:rPr lang="ru-RU" sz="3200" b="1" dirty="0"/>
              <a:t>Продукт исследования </a:t>
            </a:r>
            <a:r>
              <a:rPr lang="ru-RU" sz="3200" dirty="0"/>
              <a:t>– веб-приложение для подсчёта успеваемости.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85800"/>
          </a:xfrm>
        </p:spPr>
        <p:txBody>
          <a:bodyPr>
            <a:normAutofit fontScale="90000"/>
          </a:bodyPr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371599"/>
            <a:ext cx="9601200" cy="516916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b="1" dirty="0"/>
              <a:t>Цель</a:t>
            </a:r>
            <a:r>
              <a:rPr lang="ru-RU" sz="2400" dirty="0"/>
              <a:t> данного проекта – разработать веб-приложение для подсчёта успеваемости по конкретному предмету для студентов.</a:t>
            </a:r>
          </a:p>
          <a:p>
            <a:pPr marL="0" indent="0" algn="just">
              <a:buNone/>
            </a:pPr>
            <a:r>
              <a:rPr lang="ru-RU" sz="2400" b="1" dirty="0"/>
              <a:t>Задачи</a:t>
            </a:r>
            <a:r>
              <a:rPr lang="ru-RU" sz="2400" dirty="0"/>
              <a:t>:</a:t>
            </a:r>
          </a:p>
          <a:p>
            <a:pPr lvl="0" algn="just"/>
            <a:r>
              <a:rPr lang="ru-RU" sz="2400" dirty="0"/>
              <a:t>Изучить структуру файла, в котором хранится успеваемость в Journal.</a:t>
            </a:r>
          </a:p>
          <a:p>
            <a:pPr lvl="0" algn="just"/>
            <a:r>
              <a:rPr lang="ru-RU" sz="2400" dirty="0"/>
              <a:t>Создать React-приложение.</a:t>
            </a:r>
          </a:p>
          <a:p>
            <a:pPr lvl="0" algn="just"/>
            <a:r>
              <a:rPr lang="ru-RU" sz="2400" dirty="0"/>
              <a:t>Написать логику для вычисления среднего балла.</a:t>
            </a:r>
          </a:p>
          <a:p>
            <a:pPr algn="just"/>
            <a:r>
              <a:rPr lang="ru-RU" sz="2400" dirty="0"/>
              <a:t>Написать логику для перевода среднего балла в пятибалльную систему.</a:t>
            </a:r>
          </a:p>
          <a:p>
            <a:pPr lvl="0" algn="just"/>
            <a:r>
              <a:rPr lang="ru-RU" sz="2400" dirty="0"/>
              <a:t>Написать логику для обработки посещаемости.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85800"/>
          </a:xfrm>
        </p:spPr>
        <p:txBody>
          <a:bodyPr>
            <a:normAutofit fontScale="90000"/>
          </a:bodyPr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371599"/>
            <a:ext cx="9601200" cy="528112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sz="2600" b="1" dirty="0"/>
              <a:t>Способы исследования</a:t>
            </a:r>
            <a:r>
              <a:rPr lang="ru-RU" sz="2600" dirty="0"/>
              <a:t> – анализ и синтез интернет-ресурсов, классификация информации, применение полученных навыков на практике в целях получения результата в виде веб-приложения для подсчёта успеваемости на React.</a:t>
            </a:r>
          </a:p>
          <a:p>
            <a:pPr algn="just">
              <a:lnSpc>
                <a:spcPct val="150000"/>
              </a:lnSpc>
            </a:pPr>
            <a:r>
              <a:rPr lang="ru-RU" sz="2600" b="1" dirty="0"/>
              <a:t>Гипотеза</a:t>
            </a:r>
            <a:r>
              <a:rPr lang="ru-RU" sz="2600" dirty="0"/>
              <a:t> заключается в том, чтобы выяснить, возможно ли самостоятельно следить за своей успеваемостью во время экзаменов, не отнимая время у преподавателей.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Используемые технологии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224" y="1930400"/>
            <a:ext cx="4489776" cy="390236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036" y="1930400"/>
            <a:ext cx="3902364" cy="39023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4359" y="685800"/>
            <a:ext cx="9601200" cy="741556"/>
          </a:xfrm>
        </p:spPr>
        <p:txBody>
          <a:bodyPr/>
          <a:lstStyle/>
          <a:p>
            <a:r>
              <a:rPr lang="en-US" dirty="0"/>
              <a:t>React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54359" y="1618504"/>
            <a:ext cx="10468947" cy="166040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sz="3600" dirty="0"/>
              <a:t>React – это JavaScript-библиотека для создания пользовательских интерфейсов.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081" y="3470057"/>
            <a:ext cx="5492173" cy="30435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9044" y="685800"/>
            <a:ext cx="9155151" cy="763859"/>
          </a:xfrm>
        </p:spPr>
        <p:txBody>
          <a:bodyPr/>
          <a:lstStyle/>
          <a:p>
            <a:r>
              <a:rPr lang="en-US" dirty="0"/>
              <a:t>TypeScript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89044" y="1449659"/>
            <a:ext cx="10598727" cy="211557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sz="2800" dirty="0"/>
              <a:t>TypeScript — это строго типизированный язык программирования, разработанный компанией Microsoft, который транслитерируется в JavaScript.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721" y="3702489"/>
            <a:ext cx="5240482" cy="29498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599" y="161693"/>
            <a:ext cx="9601200" cy="64119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История проекта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520" y="986064"/>
            <a:ext cx="6604960" cy="5620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599" y="161693"/>
            <a:ext cx="9601200" cy="64119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История проекта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821177-6513-B6F9-9BE6-C57E6442C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407" y="802888"/>
            <a:ext cx="5463186" cy="605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58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599" y="161693"/>
            <a:ext cx="9601200" cy="64119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История проекта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52C9E1-3FA1-0AF1-7FBD-5BC51617F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206" y="802888"/>
            <a:ext cx="8749985" cy="605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00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49297" y="117088"/>
            <a:ext cx="9601200" cy="808463"/>
          </a:xfrm>
        </p:spPr>
        <p:txBody>
          <a:bodyPr/>
          <a:lstStyle/>
          <a:p>
            <a:pPr algn="ctr"/>
            <a:r>
              <a:rPr lang="ru-RU" dirty="0"/>
              <a:t>Как работает подсчёт среднего балла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C40E2C-BA16-0270-8386-0FF092265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904" y="711490"/>
            <a:ext cx="8072192" cy="61465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49297" y="117088"/>
            <a:ext cx="9601200" cy="808463"/>
          </a:xfrm>
        </p:spPr>
        <p:txBody>
          <a:bodyPr>
            <a:noAutofit/>
          </a:bodyPr>
          <a:lstStyle/>
          <a:p>
            <a:pPr algn="ctr"/>
            <a:r>
              <a:rPr lang="ru-RU" sz="3600" dirty="0"/>
              <a:t>Как работает подсчёт посещаемости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DA9FB2-D4F5-23DD-4F6D-D5D3030E6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823" y="681037"/>
            <a:ext cx="7012937" cy="61967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A5B3B-F316-72DF-9B67-2945F97B9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4728"/>
            <a:ext cx="12192000" cy="711200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Ссылка на исходный код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B7FFC39-DC82-E486-F55A-7FE6C3F8D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237" y="1111827"/>
            <a:ext cx="5343525" cy="5343525"/>
          </a:xfrm>
        </p:spPr>
      </p:pic>
    </p:spTree>
    <p:extLst>
      <p:ext uri="{BB962C8B-B14F-4D97-AF65-F5344CB8AC3E}">
        <p14:creationId xmlns:p14="http://schemas.microsoft.com/office/powerpoint/2010/main" val="4187043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858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371600"/>
            <a:ext cx="9601200" cy="44958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sz="2800" dirty="0"/>
              <a:t>В заключение можно сказать, что цель проекта была достигнута, результат в виде разработанного веб-приложения для подсчёта успеваемости на React был достигнут и его исходный код находится на площадке GitHub. Проблема, заключавшаяся в недоступности для студентов подробной информации об успеваемости по конкретному предмету, была решена. Поставленные задачи были решены, гипотеза подтверждена.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D2B54D-5548-93D1-ACD9-316D3A637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96" y="0"/>
            <a:ext cx="11492205" cy="6858000"/>
          </a:xfrm>
        </p:spPr>
        <p:txBody>
          <a:bodyPr anchor="ctr"/>
          <a:lstStyle/>
          <a:p>
            <a:pPr algn="ctr"/>
            <a:r>
              <a:rPr lang="ru-RU" dirty="0"/>
              <a:t>Благодарю Вас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1959395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1365</TotalTime>
  <Words>681</Words>
  <Application>Microsoft Office PowerPoint</Application>
  <PresentationFormat>Широкоэкранный</PresentationFormat>
  <Paragraphs>54</Paragraphs>
  <Slides>15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Calibri</vt:lpstr>
      <vt:lpstr>Franklin Gothic Book</vt:lpstr>
      <vt:lpstr>Times New Roman</vt:lpstr>
      <vt:lpstr>Crop</vt:lpstr>
      <vt:lpstr>Разработка приложения для подсчёта успеваемости на React  Выполнил: Уразаев Тимур Альбертович Руководитель: Достовалова Варвара Дмитриевна</vt:lpstr>
      <vt:lpstr>Введение</vt:lpstr>
      <vt:lpstr>Введение</vt:lpstr>
      <vt:lpstr>Введение</vt:lpstr>
      <vt:lpstr>Используемые технологии</vt:lpstr>
      <vt:lpstr>React</vt:lpstr>
      <vt:lpstr>TypeScript</vt:lpstr>
      <vt:lpstr>История проекта</vt:lpstr>
      <vt:lpstr>История проекта</vt:lpstr>
      <vt:lpstr>История проекта</vt:lpstr>
      <vt:lpstr>Как работает подсчёт среднего балла</vt:lpstr>
      <vt:lpstr>Как работает подсчёт посещаемости</vt:lpstr>
      <vt:lpstr>Ссылка на исходный код</vt:lpstr>
      <vt:lpstr>Заключение</vt:lpstr>
      <vt:lpstr>Благодарю Вас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Тимур Уразаев</cp:lastModifiedBy>
  <cp:revision>30</cp:revision>
  <dcterms:created xsi:type="dcterms:W3CDTF">2024-01-24T13:00:00Z</dcterms:created>
  <dcterms:modified xsi:type="dcterms:W3CDTF">2024-05-20T13:49:05Z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4DD03F33C87441FEA1CD33BC8ED5BD57_12</vt:lpwstr>
  </property>
  <property fmtid="{D5CDD505-2E9C-101B-9397-08002B2CF9AE}" pid="3" name="KSOProductBuildVer">
    <vt:lpwstr>1049-12.2.0.16909</vt:lpwstr>
  </property>
</Properties>
</file>